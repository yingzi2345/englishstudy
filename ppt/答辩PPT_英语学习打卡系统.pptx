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90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基于微信小程序的英语学习打卡系统
设计与实现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0E8F0"/>
                </a:solidFill>
              </a:rPr>
              <a:t>Design and Implementation of English Learning
Check-in System Based on WeChat Mini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答辩人：李新国
专  业：网络工程（2023级）
指导老师：朱凯
桂林电子科技大学 · 计算机与信息安全学院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/>
            <a:r>
              <a:rPr sz="3600" b="1">
                <a:solidFill>
                  <a:srgbClr val="FFFFFF"/>
                </a:solidFill>
              </a:rP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</a:rPr>
              <a:t>项目背景与意义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23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423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</a:rPr>
              <a:t>系统总体设计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</a:rPr>
              <a:t>核心技术实现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7763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9776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</a:rPr>
              <a:t>网络安全特色模块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754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</a:rPr>
              <a:t>系统演示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532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532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</a:rPr>
              <a:t>测试与总结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/>
            <a:r>
              <a:rPr sz="3600" b="1">
                <a:solidFill>
                  <a:srgbClr val="FFFFFF"/>
                </a:solidFill>
              </a:rPr>
              <a:t>01  项目背景与意义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2C3E50"/>
                </a:solidFill>
              </a:rPr>
              <a:t>● 移动互联网时代，碎片化学习成为大学生自主学习主要方式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C3E50"/>
                </a:solidFill>
              </a:rPr>
              <a:t>● 英语学习具有长期性、重复性、积累性特点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C3E50"/>
                </a:solidFill>
              </a:rPr>
              <a:t>● 传统纸质记录和通用APP存在学习难监督、数据难记录等痛点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C3E50"/>
                </a:solidFill>
              </a:rPr>
              <a:t>● 微信小程序"无需下载、即用即走"，用户基础庞大（12亿+月活）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C3E50"/>
                </a:solidFill>
              </a:rPr>
              <a:t>● 学生群体微信渗透率接近100%，天然适合校园应用场景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2C3E50"/>
                </a:solidFill>
              </a:rPr>
              <a:t>● 本系统的创新点：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C3E50"/>
                </a:solidFill>
              </a:rPr>
              <a:t>● 后端采用Python Django + DRF轻量框架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C3E50"/>
                </a:solidFill>
              </a:rPr>
              <a:t>● 深度融合网络工程专业知识——构建四层安全防护体系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C3E50"/>
                </a:solidFill>
              </a:rPr>
              <a:t>● IP溯源 + 异常登录检测 + JWT鉴权 + HTTPS加密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C3E50"/>
                </a:solidFill>
              </a:rPr>
              <a:t>● 紧贴高校学生实际需求：多维度排行榜、打卡日历、进度可视化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C3E50"/>
                </a:solidFill>
              </a:rPr>
              <a:t>● 同期同类系统多以Java为主，本系统Python方案开发效率更优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/>
            <a:r>
              <a:rPr sz="3600" b="1">
                <a:solidFill>
                  <a:srgbClr val="FFFFFF"/>
                </a:solidFill>
              </a:rPr>
              <a:t>02  系统总体架构设计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</a:rPr>
              <a:t>系统采用前后端分离三层架构：表现层（小程序）→ 业务逻辑层（Django）→ 数据访问层（MySQL）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828800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表现层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860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</a:rPr>
              <a:t>微信小程序
(WXML + WXSS + 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99"/>
                </a:solidFill>
              </a:rPr>
              <a:t>用户交互 · 页面渲染 · wx.request API调用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1828800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业务逻辑层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56616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</a:rPr>
              <a:t>Python Django 4.2
+ Django REST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5661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99"/>
                </a:solidFill>
              </a:rPr>
              <a:t>RESTful API · JWT认证 · 业务逻辑 · 安全中间件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828800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数据访问层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84632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</a:rPr>
              <a:t>MySQL 8.0
+ Django 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8463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99"/>
                </a:solidFill>
              </a:rPr>
              <a:t>数据持久化 · 外键约束 · 索引优化 · 事务管理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/>
            <a:r>
              <a:rPr sz="3600" b="1">
                <a:solidFill>
                  <a:srgbClr val="FFFFFF"/>
                </a:solidFill>
              </a:rPr>
              <a:t>02  功能模块与数据库设计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4747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A90D9"/>
                </a:solidFill>
              </a:rPr>
              <a:t>用户模块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2C3E50"/>
                </a:solidFill>
              </a:rPr>
              <a:t>微信登录、个人中心
学习统计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371600"/>
            <a:ext cx="34747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A90D9"/>
                </a:solidFill>
              </a:rPr>
              <a:t>单词模块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2C3E50"/>
                </a:solidFill>
              </a:rPr>
              <a:t>单词浏览/搜索
学习进度追踪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371600"/>
            <a:ext cx="34747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A90D9"/>
                </a:solidFill>
              </a:rPr>
              <a:t>打卡模块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2C3E50"/>
                </a:solidFill>
              </a:rPr>
              <a:t>每日打卡、连续天数
打卡日历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34747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A90D9"/>
                </a:solidFill>
              </a:rPr>
              <a:t>排行榜模块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2C3E50"/>
                </a:solidFill>
              </a:rPr>
              <a:t>日/周/月/总榜
多维度排名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3931920"/>
            <a:ext cx="34747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A90D9"/>
                </a:solidFill>
              </a:rPr>
              <a:t>管理后台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2C3E50"/>
                </a:solidFill>
              </a:rPr>
              <a:t>用户/单词管理
数据统计可视化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3931920"/>
            <a:ext cx="34747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A90D9"/>
                </a:solidFill>
              </a:rPr>
              <a:t>安全模块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2C3E50"/>
                </a:solidFill>
              </a:rPr>
              <a:t>IP溯源、异常检测
JWT鉴权、HTTPS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/>
            <a:r>
              <a:rPr sz="3600" b="1">
                <a:solidFill>
                  <a:srgbClr val="FFFFFF"/>
                </a:solidFill>
              </a:rPr>
              <a:t>03  核心技术实现 — Django后端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A90D9"/>
                </a:solidFill>
              </a:rPr>
              <a:t>微信登录流程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</a:rPr>
              <a:t>小程序wx.login() → 后端获取code → 微信接口换取openid
→ 自动注册/登录 → 生成JWT Token → 记录登录IP日志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A90D9"/>
                </a:solidFill>
              </a:rPr>
              <a:t>打卡核心逻辑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</a:rPr>
              <a:t>检查今日是否已打卡 → 查询昨日记录 → 计算连续天数
→ 创建打卡记录 → 更新用户统计 → 事务保证一致性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A90D9"/>
                </a:solidFill>
              </a:rPr>
              <a:t>排行榜算法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</a:rPr>
              <a:t>按时间维度筛选打卡记录 → 按用户分组聚合单词数
→ 降序排列取Top50 → 同时返回个人排名信息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A90D9"/>
                </a:solidFill>
              </a:rPr>
              <a:t>管理后台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</a:rPr>
              <a:t>Dashboard聚合查询（总用户/今日打卡/累计单词/异常登录）
→ 用户列表管理 → 登录日志审查 → 用户状态切换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/>
            <a:r>
              <a:rPr sz="3600" b="1">
                <a:solidFill>
                  <a:srgbClr val="FFFFFF"/>
                </a:solidFill>
              </a:rPr>
              <a:t>04  网络安全特色模块（核心亮点）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A90D9"/>
                </a:solidFill>
              </a:rPr>
              <a:t>深度融合网络工程专业知识，构建四层安全防护体系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651760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第一层
IP溯源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</a:rPr>
              <a:t>自定义Django中间件LoginIPTraceMiddleware
自动提取X-Forwarded-For/X-Real-IP
穿透代理获取客户端真实IP
每次登录自动记录IP+设备+时间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2103120"/>
            <a:ext cx="2651760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第二层
异常检测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29184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</a:rPr>
              <a:t>对比当前IP与历史常用IP集合
新增IP+历史≥2常用IP → 标记异常
管理后台高亮显示异常登录记录
参考主流平台"异地提醒"机制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2651760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第三层
JWT鉴权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</a:rPr>
              <a:t>SimpleJWT无状态认证方案
Token包含user_id+openid
2小时过期+7天Refresh轮转
"默认拒绝"策略防接口越权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2103120"/>
            <a:ext cx="2651760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第四层
HTTPS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29184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</a:rPr>
              <a:t>Nginx反向代理 + SSL/TLS证书
仅启用TLSv1.2/1.3安全协议
HTTP→HTTPS 301强制跳转
防校园网中间人攻击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/>
            <a:r>
              <a:rPr sz="3600" b="1">
                <a:solidFill>
                  <a:srgbClr val="FFFFFF"/>
                </a:solidFill>
              </a:rPr>
              <a:t>05  系统演示 — 核心页面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26517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4A90D9"/>
                </a:solidFill>
              </a:rPr>
              <a:t>[首页]</a:t>
            </a:r>
          </a:p>
          <a:p>
            <a:pPr algn="ctr">
              <a:spcBef>
                <a:spcPts val="2400"/>
              </a:spcBef>
            </a:pPr>
            <a:r>
              <a:rPr sz="1800">
                <a:solidFill>
                  <a:srgbClr val="2C3E50"/>
                </a:solidFill>
              </a:rPr>
              <a:t>用户数据概览
每日单词推荐
快捷功能入口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7560" y="1463040"/>
            <a:ext cx="26517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4A90D9"/>
                </a:solidFill>
              </a:rPr>
              <a:t>[打卡页]</a:t>
            </a:r>
          </a:p>
          <a:p>
            <a:pPr algn="ctr">
              <a:spcBef>
                <a:spcPts val="2400"/>
              </a:spcBef>
            </a:pPr>
            <a:r>
              <a:rPr sz="1800">
                <a:solidFill>
                  <a:srgbClr val="2C3E50"/>
                </a:solidFill>
              </a:rPr>
              <a:t>一键打卡按钮
连续/累计天数
打卡日历视图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6517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4A90D9"/>
                </a:solidFill>
              </a:rPr>
              <a:t>[排行榜]</a:t>
            </a:r>
          </a:p>
          <a:p>
            <a:pPr algn="ctr">
              <a:spcBef>
                <a:spcPts val="2400"/>
              </a:spcBef>
            </a:pPr>
            <a:r>
              <a:rPr sz="1800">
                <a:solidFill>
                  <a:srgbClr val="2C3E50"/>
                </a:solidFill>
              </a:rPr>
              <a:t>日/周/月/总榜切换
前三名高亮显示
我的排名展示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9098280" y="1463040"/>
            <a:ext cx="26517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4A90D9"/>
                </a:solidFill>
              </a:rPr>
              <a:t>[个人中心]</a:t>
            </a:r>
          </a:p>
          <a:p>
            <a:pPr algn="ctr">
              <a:spcBef>
                <a:spcPts val="2400"/>
              </a:spcBef>
            </a:pPr>
            <a:r>
              <a:rPr sz="1800">
                <a:solidFill>
                  <a:srgbClr val="2C3E50"/>
                </a:solidFill>
              </a:rPr>
              <a:t>学习数据统计
打卡记录查看
登录日志(IP溯源)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/>
            <a:r>
              <a:rPr sz="3600" b="1">
                <a:solidFill>
                  <a:srgbClr val="FFFFFF"/>
                </a:solidFill>
              </a:rPr>
              <a:t>06  系统测试与性能分析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A90D9"/>
                </a:solidFill>
              </a:rPr>
              <a:t>功能测试（黑盒测试）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覆盖全部6个核心模块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微信登录、重复打卡拦截、连续打卡计算、异常登录检测等关键用例均通过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边界条件测试（空数据、超长输入、并发打卡）通过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A90D9"/>
                </a:solidFill>
              </a:rPr>
              <a:t>安全性测试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未携带Token → 401拦截 ✓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过期Token → 401拦截 ✓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Wireshark抓包 → HTTPS加密不可读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A90D9"/>
                </a:solidFill>
              </a:rPr>
              <a:t>性能测试（JMeter压力测试）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50并发 → 平均响应 &lt; 100ms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100并发 → 平均响应 ~200ms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200并发 → 平均响应 ~450ms（达标）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500并发 → 部分接口 &gt; 1s（可优化）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结论：满足校园级应用性能需求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/>
            <a:r>
              <a:rPr sz="3600" b="1">
                <a:solidFill>
                  <a:srgbClr val="FFFFFF"/>
                </a:solidFill>
              </a:rPr>
              <a:t>06 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项目成果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完成微信小程序 + Django后端全栈系统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实现6大功能模块，覆盖英语学习打卡全流程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创新性融入4层网络安全防护体系（IP溯源/异常检测/JWT/HTTPS）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系统代码总量约5000+行，API接口15+个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未来展望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引入AI学习推荐算法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Docker容器化 + CI/CD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ELK日志分析平台集成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90D9"/>
                </a:solidFill>
              </a:rPr>
              <a:t>技术栈总览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前端：微信原生小程序 + ECharts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后端：Python 3.9 + Django 4.2 + DRF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数据库：MySQL 8.0 + Django ORM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认证：SimpleJWT 无状态认证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安全：自定义中间件 + Nginx SSL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● 测试：Postman + JMeter + Wireshark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90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感谢各位老师聆听！
请老师批评指正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0E8F0"/>
                </a:solidFill>
              </a:rPr>
              <a:t>桂林电子科技大学 · 计算机与信息安全学院
网络工程专业 · 李新国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